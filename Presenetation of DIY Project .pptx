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7"/>
  </p:notesMasterIdLst>
  <p:handoutMasterIdLst>
    <p:handoutMasterId r:id="rId18"/>
  </p:handoutMasterIdLst>
  <p:sldIdLst>
    <p:sldId id="338" r:id="rId5"/>
    <p:sldId id="327" r:id="rId6"/>
    <p:sldId id="315" r:id="rId7"/>
    <p:sldId id="329" r:id="rId8"/>
    <p:sldId id="302" r:id="rId9"/>
    <p:sldId id="340" r:id="rId10"/>
    <p:sldId id="339" r:id="rId11"/>
    <p:sldId id="341" r:id="rId12"/>
    <p:sldId id="344" r:id="rId13"/>
    <p:sldId id="342" r:id="rId14"/>
    <p:sldId id="343" r:id="rId15"/>
    <p:sldId id="30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95" d="100"/>
          <a:sy n="95" d="100"/>
        </p:scale>
        <p:origin x="11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Mridul Singh Rajput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/>
          </a:bodyPr>
          <a:lstStyle/>
          <a:p>
            <a:r>
              <a:rPr lang="en-IN" b="1" dirty="0"/>
              <a:t>Keystroke Logging</a:t>
            </a:r>
            <a:endParaRPr lang="en-IN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0506081-21F5-E664-861C-3CECC9E58A87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513970" y="1563600"/>
            <a:ext cx="7155721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Pervasive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Keyloggers capture every single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keystroke made on a device, leaving no typed data private.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Vulnerability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High-risk information like passwords and financial details are easily stolen by malicious actors.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Dual-Use Dilemma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Legitimate monitoring needs must be balanced against the severe risk of anonymity and encryption breaches.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Validation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There is a critical requirement for better testing and validation to ensure these tools are only used for their intended, legitimate purposes.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 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AE0B64-4A37-8050-35B2-B6C1E27BBEE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75957" y="1895266"/>
            <a:ext cx="8371790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Keystroke Monitoring &amp;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Implementing systems that capture and record input data for specialized monitoring purposes.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&amp; Data Privacy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Developing end-to-end encryption and anonymity features to protect captured information from external threats.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Vulnerability Mitigation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Engineering proactive protection mechanisms and security enhancements to defend against the malicious exploitation of keyloggers.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 &amp; Validation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Ensuring all system functionalities align with legal standards through dedicated research and continuous system validation.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3600" dirty="0"/>
              <a:t>The end users of keylogging technology are divided into </a:t>
            </a:r>
            <a:r>
              <a:rPr lang="en-US" sz="3600" b="1" dirty="0"/>
              <a:t>protectors</a:t>
            </a:r>
            <a:r>
              <a:rPr lang="en-US" sz="3600" dirty="0"/>
              <a:t>, such as IT admins and parents, who use it for data recovery and child safety. </a:t>
            </a:r>
          </a:p>
          <a:p>
            <a:pPr algn="just">
              <a:lnSpc>
                <a:spcPct val="170000"/>
              </a:lnSpc>
            </a:pPr>
            <a:r>
              <a:rPr lang="en-US" sz="3600" b="1" dirty="0"/>
              <a:t>Security professionals</a:t>
            </a:r>
            <a:r>
              <a:rPr lang="en-US" sz="3600" dirty="0"/>
              <a:t> also utilize it for legal investigations and developing defensive software to counter cyber threats. </a:t>
            </a:r>
          </a:p>
          <a:p>
            <a:pPr algn="just">
              <a:lnSpc>
                <a:spcPct val="170000"/>
              </a:lnSpc>
            </a:pPr>
            <a:r>
              <a:rPr lang="en-US" sz="3600" dirty="0"/>
              <a:t>Conversely, </a:t>
            </a:r>
            <a:r>
              <a:rPr lang="en-US" sz="3600" b="1" dirty="0"/>
              <a:t>malicious actors</a:t>
            </a:r>
            <a:r>
              <a:rPr lang="en-US" sz="3600" dirty="0"/>
              <a:t> exploit the tool as a digital weapon to steal sensitive financial information and personal credentials.</a:t>
            </a: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773D390-1C3E-35BE-62DB-FF9DA4B6998C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1483896" y="1278384"/>
            <a:ext cx="7764379" cy="4611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Keyboard Monitoring: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project utilizes high-level Python libraries like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pynput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keyboard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create a "listener" that runs in the background and records every keystroke event by interacting directly with the Operating System.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Storage &amp; Logic: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Python's built-in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logging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threading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modules allow the program to record data silently in the background without freezing the computer or alerting the user through a visible window.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Exfiltration: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uses modules such as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smtplib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automatically bundle the recorded keystroke logs and secretly email them to the administrator's inbox at set time intervals.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2D063-860A-4D92-E814-A221EDF2E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6D513A-2C82-2C0E-1F46-28E67F7E5B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CCB1FEE-7A85-860F-F133-5AD49E8A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068E543-8456-7AEF-1310-96C3E0B2A4E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B0845CD-9CC2-E7D0-788C-A93042A8927B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686E3DC-6E19-C0B6-F719-F40D7163FEC7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EA12CD3E-EEA3-7C6D-6899-1718C40402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CB6F00-DCBE-4C4A-1A4A-4D1729D75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78" y="1222620"/>
            <a:ext cx="8845033" cy="493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9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CCB213-C50F-4529-FA18-53A8DA69D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43" y="1112839"/>
            <a:ext cx="8680936" cy="545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C6C98-2C67-C941-0318-ACF8B1694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A4A6D8-0045-9E40-2AC8-C21D5E2BBD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3592C86-C8DD-5E50-F5BA-D0332269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0138188-3E4D-A11E-D26B-590A60A8565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1516324-E042-006E-6FFB-7D9D43DAFFC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A05FBC3-8855-F821-FB39-F5BEA44CD2BE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D52BAB73-3E37-322B-658B-5FCF258574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17" name="Picture 16" descr="A computer screen with a white box&#10;&#10;AI-generated content may be incorrect.">
            <a:extLst>
              <a:ext uri="{FF2B5EF4-FFF2-40B4-BE49-F238E27FC236}">
                <a16:creationId xmlns:a16="http://schemas.microsoft.com/office/drawing/2014/main" id="{BAB02A23-9DEA-5425-ECF4-25E1655EE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17" y="1174874"/>
            <a:ext cx="8753931" cy="446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6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FACA0-DB4D-6A0B-8175-67BD7370B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56D002-8E76-A8F0-FCC3-13EF31F1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9918C60-3529-B302-59F8-26E9DC14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60A8A0D-F05A-4680-29B8-E98A1CA0511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A43C1C5-A080-E6CA-5747-BD897D1D98B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45FAD75-C7D3-E3CB-7BAE-3BF0659BB401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FD90C42-FA55-657F-CE5E-AB62206C87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5F7DB6-DAE3-84B7-3D11-89A0A5EE5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67" y="1270512"/>
            <a:ext cx="8602976" cy="483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79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4E14-ACE4-0C68-2836-BABB71D66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205619-85A2-0AC4-A741-BEEE068D51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3D31DAB-2F97-6FC6-D4E6-6AF141A61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6E3442A-9167-3DA8-7A79-6BBB39ED8E1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29165F-EC76-0288-22D3-EBA4F0DFC7E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9AC1F59-BFA6-6D14-0FC7-A302A28B9537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EAD73971-A621-23BF-D4C5-8A1417178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4855BC7-8C25-C81D-71EE-967F8FCDC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998" y="1324378"/>
            <a:ext cx="8471707" cy="519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8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B509-90A6-EC2E-6C66-4804050EC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19AFF6-C96B-758D-089F-AFB60D2004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2B0FA4B-53EF-99A3-CE6F-E938BD822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8EE94F9-5409-5C6A-3F0E-D27B48CD91D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C1E229A-AD60-C30D-F3C4-E5369EBF99A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29F1CA2-2B69-9404-03BF-699794BCD14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CA871073-8572-1305-8465-ADAB532D2D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5DFF10-1021-95C0-D822-8A95FEA2C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59" y="1214726"/>
            <a:ext cx="8584683" cy="465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6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588</TotalTime>
  <Words>394</Words>
  <Application>Microsoft Office PowerPoint</Application>
  <PresentationFormat>Widescreen</PresentationFormat>
  <Paragraphs>36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Unicode MS</vt:lpstr>
      <vt:lpstr>Calibri</vt:lpstr>
      <vt:lpstr>Trebuchet MS</vt:lpstr>
      <vt:lpstr>Wingdings</vt:lpstr>
      <vt:lpstr>Wingdings 3</vt:lpstr>
      <vt:lpstr>Facet</vt:lpstr>
      <vt:lpstr>Keystroke Logging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Mridul Singh Rajput</cp:lastModifiedBy>
  <cp:revision>75</cp:revision>
  <dcterms:created xsi:type="dcterms:W3CDTF">2021-07-11T13:13:15Z</dcterms:created>
  <dcterms:modified xsi:type="dcterms:W3CDTF">2026-01-05T11:47:47Z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